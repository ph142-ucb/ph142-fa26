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Poppins"/>
      <p:regular r:id="rId16"/>
      <p:bold r:id="rId17"/>
      <p:italic r:id="rId18"/>
      <p:boldItalic r:id="rId19"/>
    </p:embeddedFont>
    <p:embeddedFont>
      <p:font typeface="Varela Round"/>
      <p:regular r:id="rId20"/>
    </p:embeddedFont>
    <p:embeddedFont>
      <p:font typeface="Poppins SemiBold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5" roundtripDataSignature="AMtx7mhoyXyiObaqsYVm5MsUX8mPOdne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VarelaRound-regular.fntdata"/><Relationship Id="rId22" Type="http://schemas.openxmlformats.org/officeDocument/2006/relationships/font" Target="fonts/PoppinsSemiBold-bold.fntdata"/><Relationship Id="rId21" Type="http://schemas.openxmlformats.org/officeDocument/2006/relationships/font" Target="fonts/PoppinsSemiBold-regular.fntdata"/><Relationship Id="rId24" Type="http://schemas.openxmlformats.org/officeDocument/2006/relationships/font" Target="fonts/PoppinsSemiBold-boldItalic.fntdata"/><Relationship Id="rId23" Type="http://schemas.openxmlformats.org/officeDocument/2006/relationships/font" Target="fonts/PoppinsSemiBold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oppins-bold.fntdata"/><Relationship Id="rId16" Type="http://schemas.openxmlformats.org/officeDocument/2006/relationships/font" Target="fonts/Poppins-regular.fntdata"/><Relationship Id="rId19" Type="http://schemas.openxmlformats.org/officeDocument/2006/relationships/font" Target="fonts/Poppins-boldItalic.fntdata"/><Relationship Id="rId18" Type="http://schemas.openxmlformats.org/officeDocument/2006/relationships/font" Target="fonts/Poppins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2"/>
          <p:cNvSpPr txBox="1"/>
          <p:nvPr>
            <p:ph type="ctrTitle"/>
          </p:nvPr>
        </p:nvSpPr>
        <p:spPr>
          <a:xfrm>
            <a:off x="2080675" y="1687650"/>
            <a:ext cx="6350100" cy="1431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" type="subTitle"/>
          </p:nvPr>
        </p:nvSpPr>
        <p:spPr>
          <a:xfrm>
            <a:off x="2080675" y="3183000"/>
            <a:ext cx="63501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" name="Google Shape;11;p12"/>
          <p:cNvSpPr/>
          <p:nvPr/>
        </p:nvSpPr>
        <p:spPr>
          <a:xfrm>
            <a:off x="0" y="0"/>
            <a:ext cx="17214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" name="Google Shape;12;p12"/>
          <p:cNvCxnSpPr/>
          <p:nvPr/>
        </p:nvCxnSpPr>
        <p:spPr>
          <a:xfrm>
            <a:off x="8680750" y="-35700"/>
            <a:ext cx="0" cy="52149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3"/>
          <p:cNvSpPr/>
          <p:nvPr/>
        </p:nvSpPr>
        <p:spPr>
          <a:xfrm>
            <a:off x="0" y="0"/>
            <a:ext cx="1686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15;p13"/>
          <p:cNvCxnSpPr/>
          <p:nvPr/>
        </p:nvCxnSpPr>
        <p:spPr>
          <a:xfrm>
            <a:off x="8909350" y="-35700"/>
            <a:ext cx="0" cy="52149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720000" y="2275025"/>
            <a:ext cx="2531100" cy="12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8" name="Google Shape;18;p13"/>
          <p:cNvSpPr txBox="1"/>
          <p:nvPr>
            <p:ph idx="2" type="subTitle"/>
          </p:nvPr>
        </p:nvSpPr>
        <p:spPr>
          <a:xfrm>
            <a:off x="3306477" y="2275025"/>
            <a:ext cx="2531100" cy="12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3" type="subTitle"/>
          </p:nvPr>
        </p:nvSpPr>
        <p:spPr>
          <a:xfrm>
            <a:off x="5892953" y="2275026"/>
            <a:ext cx="2531100" cy="12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4" type="subTitle"/>
          </p:nvPr>
        </p:nvSpPr>
        <p:spPr>
          <a:xfrm>
            <a:off x="720000" y="1450250"/>
            <a:ext cx="2531100" cy="8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1" name="Google Shape;21;p13"/>
          <p:cNvSpPr txBox="1"/>
          <p:nvPr>
            <p:ph idx="5" type="subTitle"/>
          </p:nvPr>
        </p:nvSpPr>
        <p:spPr>
          <a:xfrm>
            <a:off x="3306484" y="1450250"/>
            <a:ext cx="2531100" cy="8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2" name="Google Shape;22;p13"/>
          <p:cNvSpPr txBox="1"/>
          <p:nvPr>
            <p:ph idx="6" type="subTitle"/>
          </p:nvPr>
        </p:nvSpPr>
        <p:spPr>
          <a:xfrm>
            <a:off x="5892959" y="1450250"/>
            <a:ext cx="2531100" cy="8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" name="Google Shape;25;p14"/>
          <p:cNvSpPr/>
          <p:nvPr/>
        </p:nvSpPr>
        <p:spPr>
          <a:xfrm>
            <a:off x="8430775" y="0"/>
            <a:ext cx="7134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" name="Google Shape;26;p14"/>
          <p:cNvCxnSpPr/>
          <p:nvPr/>
        </p:nvCxnSpPr>
        <p:spPr>
          <a:xfrm>
            <a:off x="351825" y="-35700"/>
            <a:ext cx="0" cy="52149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7" name="Google Shape;27;p14"/>
          <p:cNvGrpSpPr/>
          <p:nvPr/>
        </p:nvGrpSpPr>
        <p:grpSpPr>
          <a:xfrm flipH="1">
            <a:off x="-84700" y="4901150"/>
            <a:ext cx="7055100" cy="0"/>
            <a:chOff x="2220050" y="1547100"/>
            <a:chExt cx="7055100" cy="0"/>
          </a:xfrm>
        </p:grpSpPr>
        <p:cxnSp>
          <p:nvCxnSpPr>
            <p:cNvPr id="28" name="Google Shape;28;p14"/>
            <p:cNvCxnSpPr/>
            <p:nvPr/>
          </p:nvCxnSpPr>
          <p:spPr>
            <a:xfrm>
              <a:off x="2220050" y="1547100"/>
              <a:ext cx="464400" cy="0"/>
            </a:xfrm>
            <a:prstGeom prst="straightConnector1">
              <a:avLst/>
            </a:prstGeom>
            <a:noFill/>
            <a:ln cap="flat" cmpd="sng" w="1143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" name="Google Shape;29;p14"/>
            <p:cNvCxnSpPr/>
            <p:nvPr/>
          </p:nvCxnSpPr>
          <p:spPr>
            <a:xfrm>
              <a:off x="2684450" y="1547100"/>
              <a:ext cx="65907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5"/>
          <p:cNvSpPr/>
          <p:nvPr/>
        </p:nvSpPr>
        <p:spPr>
          <a:xfrm>
            <a:off x="6501975" y="0"/>
            <a:ext cx="26421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" name="Google Shape;32;p15"/>
          <p:cNvCxnSpPr/>
          <p:nvPr/>
        </p:nvCxnSpPr>
        <p:spPr>
          <a:xfrm>
            <a:off x="123225" y="-35700"/>
            <a:ext cx="0" cy="52149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" name="Google Shape;33;p15"/>
          <p:cNvSpPr txBox="1"/>
          <p:nvPr>
            <p:ph idx="1" type="subTitle"/>
          </p:nvPr>
        </p:nvSpPr>
        <p:spPr>
          <a:xfrm>
            <a:off x="720000" y="1413363"/>
            <a:ext cx="53214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200"/>
              <a:buChar char="■"/>
              <a:defRPr/>
            </a:lvl9pPr>
          </a:lstStyle>
          <a:p/>
        </p:txBody>
      </p:sp>
      <p:sp>
        <p:nvSpPr>
          <p:cNvPr id="34" name="Google Shape;34;p15"/>
          <p:cNvSpPr txBox="1"/>
          <p:nvPr>
            <p:ph type="title"/>
          </p:nvPr>
        </p:nvSpPr>
        <p:spPr>
          <a:xfrm>
            <a:off x="720000" y="445025"/>
            <a:ext cx="5321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35" name="Google Shape;35;p15"/>
          <p:cNvGrpSpPr/>
          <p:nvPr/>
        </p:nvGrpSpPr>
        <p:grpSpPr>
          <a:xfrm flipH="1">
            <a:off x="-93775" y="4604000"/>
            <a:ext cx="4197300" cy="0"/>
            <a:chOff x="2220050" y="1547100"/>
            <a:chExt cx="4197300" cy="0"/>
          </a:xfrm>
        </p:grpSpPr>
        <p:cxnSp>
          <p:nvCxnSpPr>
            <p:cNvPr id="36" name="Google Shape;36;p15"/>
            <p:cNvCxnSpPr/>
            <p:nvPr/>
          </p:nvCxnSpPr>
          <p:spPr>
            <a:xfrm>
              <a:off x="2220050" y="1547100"/>
              <a:ext cx="464400" cy="0"/>
            </a:xfrm>
            <a:prstGeom prst="straightConnector1">
              <a:avLst/>
            </a:prstGeom>
            <a:noFill/>
            <a:ln cap="flat" cmpd="sng" w="1143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" name="Google Shape;37;p15"/>
            <p:cNvCxnSpPr/>
            <p:nvPr/>
          </p:nvCxnSpPr>
          <p:spPr>
            <a:xfrm>
              <a:off x="2684450" y="1547100"/>
              <a:ext cx="3732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6"/>
          <p:cNvSpPr/>
          <p:nvPr/>
        </p:nvSpPr>
        <p:spPr>
          <a:xfrm>
            <a:off x="5911750" y="0"/>
            <a:ext cx="32322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" name="Google Shape;40;p16"/>
          <p:cNvCxnSpPr/>
          <p:nvPr/>
        </p:nvCxnSpPr>
        <p:spPr>
          <a:xfrm>
            <a:off x="712819" y="-35700"/>
            <a:ext cx="0" cy="52149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16"/>
          <p:cNvSpPr txBox="1"/>
          <p:nvPr>
            <p:ph type="title"/>
          </p:nvPr>
        </p:nvSpPr>
        <p:spPr>
          <a:xfrm>
            <a:off x="1500200" y="2699650"/>
            <a:ext cx="33621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2" name="Google Shape;42;p16"/>
          <p:cNvSpPr txBox="1"/>
          <p:nvPr>
            <p:ph idx="2" type="title"/>
          </p:nvPr>
        </p:nvSpPr>
        <p:spPr>
          <a:xfrm>
            <a:off x="1500200" y="1602050"/>
            <a:ext cx="12888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17"/>
          <p:cNvSpPr txBox="1"/>
          <p:nvPr>
            <p:ph idx="1" type="body"/>
          </p:nvPr>
        </p:nvSpPr>
        <p:spPr>
          <a:xfrm>
            <a:off x="720000" y="1017725"/>
            <a:ext cx="7704000" cy="35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 Light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46" name="Google Shape;46;p17"/>
          <p:cNvSpPr/>
          <p:nvPr/>
        </p:nvSpPr>
        <p:spPr>
          <a:xfrm>
            <a:off x="8844200" y="0"/>
            <a:ext cx="300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" name="Google Shape;47;p17"/>
          <p:cNvCxnSpPr/>
          <p:nvPr/>
        </p:nvCxnSpPr>
        <p:spPr>
          <a:xfrm>
            <a:off x="208794" y="-35700"/>
            <a:ext cx="0" cy="52149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8" name="Google Shape;48;p17"/>
          <p:cNvGrpSpPr/>
          <p:nvPr/>
        </p:nvGrpSpPr>
        <p:grpSpPr>
          <a:xfrm flipH="1">
            <a:off x="-56275" y="4604000"/>
            <a:ext cx="8175300" cy="0"/>
            <a:chOff x="2220050" y="1547100"/>
            <a:chExt cx="8175300" cy="0"/>
          </a:xfrm>
        </p:grpSpPr>
        <p:cxnSp>
          <p:nvCxnSpPr>
            <p:cNvPr id="49" name="Google Shape;49;p17"/>
            <p:cNvCxnSpPr/>
            <p:nvPr/>
          </p:nvCxnSpPr>
          <p:spPr>
            <a:xfrm>
              <a:off x="2220050" y="1547100"/>
              <a:ext cx="464400" cy="0"/>
            </a:xfrm>
            <a:prstGeom prst="straightConnector1">
              <a:avLst/>
            </a:prstGeom>
            <a:noFill/>
            <a:ln cap="flat" cmpd="sng" w="1143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0" name="Google Shape;50;p17"/>
            <p:cNvCxnSpPr/>
            <p:nvPr/>
          </p:nvCxnSpPr>
          <p:spPr>
            <a:xfrm>
              <a:off x="2684450" y="1547100"/>
              <a:ext cx="7710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8"/>
          <p:cNvSpPr/>
          <p:nvPr/>
        </p:nvSpPr>
        <p:spPr>
          <a:xfrm>
            <a:off x="7776150" y="0"/>
            <a:ext cx="1368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" name="Google Shape;53;p18"/>
          <p:cNvCxnSpPr/>
          <p:nvPr/>
        </p:nvCxnSpPr>
        <p:spPr>
          <a:xfrm>
            <a:off x="255619" y="-35700"/>
            <a:ext cx="0" cy="52149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" name="Google Shape;54;p18"/>
          <p:cNvSpPr txBox="1"/>
          <p:nvPr>
            <p:ph type="title"/>
          </p:nvPr>
        </p:nvSpPr>
        <p:spPr>
          <a:xfrm>
            <a:off x="720000" y="445025"/>
            <a:ext cx="6166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5" name="Google Shape;55;p18"/>
          <p:cNvSpPr txBox="1"/>
          <p:nvPr>
            <p:ph idx="1" type="subTitle"/>
          </p:nvPr>
        </p:nvSpPr>
        <p:spPr>
          <a:xfrm>
            <a:off x="3873881" y="2193146"/>
            <a:ext cx="3000900" cy="17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2" type="subTitle"/>
          </p:nvPr>
        </p:nvSpPr>
        <p:spPr>
          <a:xfrm>
            <a:off x="720000" y="2193152"/>
            <a:ext cx="3000900" cy="17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7" name="Google Shape;57;p18"/>
          <p:cNvSpPr txBox="1"/>
          <p:nvPr>
            <p:ph idx="3" type="subTitle"/>
          </p:nvPr>
        </p:nvSpPr>
        <p:spPr>
          <a:xfrm>
            <a:off x="720000" y="1340875"/>
            <a:ext cx="30009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8" name="Google Shape;58;p18"/>
          <p:cNvSpPr txBox="1"/>
          <p:nvPr>
            <p:ph idx="4" type="subTitle"/>
          </p:nvPr>
        </p:nvSpPr>
        <p:spPr>
          <a:xfrm>
            <a:off x="3873881" y="1340875"/>
            <a:ext cx="30009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grpSp>
        <p:nvGrpSpPr>
          <p:cNvPr id="59" name="Google Shape;59;p18"/>
          <p:cNvGrpSpPr/>
          <p:nvPr/>
        </p:nvGrpSpPr>
        <p:grpSpPr>
          <a:xfrm flipH="1">
            <a:off x="-18775" y="4604000"/>
            <a:ext cx="7429500" cy="0"/>
            <a:chOff x="2220050" y="1547100"/>
            <a:chExt cx="7429500" cy="0"/>
          </a:xfrm>
        </p:grpSpPr>
        <p:cxnSp>
          <p:nvCxnSpPr>
            <p:cNvPr id="60" name="Google Shape;60;p18"/>
            <p:cNvCxnSpPr/>
            <p:nvPr/>
          </p:nvCxnSpPr>
          <p:spPr>
            <a:xfrm>
              <a:off x="2220050" y="1547100"/>
              <a:ext cx="464400" cy="0"/>
            </a:xfrm>
            <a:prstGeom prst="straightConnector1">
              <a:avLst/>
            </a:prstGeom>
            <a:noFill/>
            <a:ln cap="flat" cmpd="sng" w="1143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1" name="Google Shape;61;p18"/>
            <p:cNvCxnSpPr/>
            <p:nvPr/>
          </p:nvCxnSpPr>
          <p:spPr>
            <a:xfrm>
              <a:off x="2684450" y="1547100"/>
              <a:ext cx="69651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9"/>
          <p:cNvSpPr txBox="1"/>
          <p:nvPr>
            <p:ph type="title"/>
          </p:nvPr>
        </p:nvSpPr>
        <p:spPr>
          <a:xfrm>
            <a:off x="3454075" y="1307100"/>
            <a:ext cx="4508100" cy="25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4" name="Google Shape;64;p19"/>
          <p:cNvSpPr/>
          <p:nvPr/>
        </p:nvSpPr>
        <p:spPr>
          <a:xfrm>
            <a:off x="0" y="0"/>
            <a:ext cx="26607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" name="Google Shape;65;p19"/>
          <p:cNvCxnSpPr/>
          <p:nvPr/>
        </p:nvCxnSpPr>
        <p:spPr>
          <a:xfrm>
            <a:off x="8430775" y="-35700"/>
            <a:ext cx="0" cy="52149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6" name="Google Shape;66;p19"/>
          <p:cNvGrpSpPr/>
          <p:nvPr/>
        </p:nvGrpSpPr>
        <p:grpSpPr>
          <a:xfrm>
            <a:off x="3230850" y="4760600"/>
            <a:ext cx="6025500" cy="0"/>
            <a:chOff x="2220050" y="1547100"/>
            <a:chExt cx="6025500" cy="0"/>
          </a:xfrm>
        </p:grpSpPr>
        <p:cxnSp>
          <p:nvCxnSpPr>
            <p:cNvPr id="67" name="Google Shape;67;p19"/>
            <p:cNvCxnSpPr/>
            <p:nvPr/>
          </p:nvCxnSpPr>
          <p:spPr>
            <a:xfrm>
              <a:off x="2220050" y="1547100"/>
              <a:ext cx="464400" cy="0"/>
            </a:xfrm>
            <a:prstGeom prst="straightConnector1">
              <a:avLst/>
            </a:prstGeom>
            <a:noFill/>
            <a:ln cap="flat" cmpd="sng" w="1143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8" name="Google Shape;68;p19"/>
            <p:cNvCxnSpPr/>
            <p:nvPr/>
          </p:nvCxnSpPr>
          <p:spPr>
            <a:xfrm>
              <a:off x="2684450" y="1547100"/>
              <a:ext cx="55611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0"/>
          <p:cNvSpPr/>
          <p:nvPr/>
        </p:nvSpPr>
        <p:spPr>
          <a:xfrm>
            <a:off x="5555725" y="0"/>
            <a:ext cx="35883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0"/>
          <p:cNvSpPr txBox="1"/>
          <p:nvPr>
            <p:ph type="title"/>
          </p:nvPr>
        </p:nvSpPr>
        <p:spPr>
          <a:xfrm>
            <a:off x="713225" y="1254000"/>
            <a:ext cx="4158600" cy="19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2" name="Google Shape;72;p20"/>
          <p:cNvSpPr txBox="1"/>
          <p:nvPr>
            <p:ph idx="1" type="subTitle"/>
          </p:nvPr>
        </p:nvSpPr>
        <p:spPr>
          <a:xfrm>
            <a:off x="713225" y="3218400"/>
            <a:ext cx="41586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cxnSp>
        <p:nvCxnSpPr>
          <p:cNvPr id="73" name="Google Shape;73;p20"/>
          <p:cNvCxnSpPr/>
          <p:nvPr/>
        </p:nvCxnSpPr>
        <p:spPr>
          <a:xfrm>
            <a:off x="517944" y="-35700"/>
            <a:ext cx="0" cy="52149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4" name="Google Shape;74;p20"/>
          <p:cNvGrpSpPr/>
          <p:nvPr/>
        </p:nvGrpSpPr>
        <p:grpSpPr>
          <a:xfrm flipH="1">
            <a:off x="-93775" y="4604000"/>
            <a:ext cx="4197300" cy="0"/>
            <a:chOff x="2220050" y="1547100"/>
            <a:chExt cx="4197300" cy="0"/>
          </a:xfrm>
        </p:grpSpPr>
        <p:cxnSp>
          <p:nvCxnSpPr>
            <p:cNvPr id="75" name="Google Shape;75;p20"/>
            <p:cNvCxnSpPr/>
            <p:nvPr/>
          </p:nvCxnSpPr>
          <p:spPr>
            <a:xfrm>
              <a:off x="2220050" y="1547100"/>
              <a:ext cx="464400" cy="0"/>
            </a:xfrm>
            <a:prstGeom prst="straightConnector1">
              <a:avLst/>
            </a:prstGeom>
            <a:noFill/>
            <a:ln cap="flat" cmpd="sng" w="1143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6" name="Google Shape;76;p20"/>
            <p:cNvCxnSpPr/>
            <p:nvPr/>
          </p:nvCxnSpPr>
          <p:spPr>
            <a:xfrm>
              <a:off x="2684450" y="1547100"/>
              <a:ext cx="3732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1"/>
          <p:cNvSpPr/>
          <p:nvPr>
            <p:ph idx="2" type="pic"/>
          </p:nvPr>
        </p:nvSpPr>
        <p:spPr>
          <a:xfrm>
            <a:off x="0" y="-14875"/>
            <a:ext cx="9144000" cy="5158500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Google Shape;79;p21"/>
          <p:cNvSpPr txBox="1"/>
          <p:nvPr>
            <p:ph type="title"/>
          </p:nvPr>
        </p:nvSpPr>
        <p:spPr>
          <a:xfrm>
            <a:off x="713225" y="3836875"/>
            <a:ext cx="3574200" cy="750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2"/>
          <p:cNvSpPr txBox="1"/>
          <p:nvPr>
            <p:ph hasCustomPrompt="1" type="title"/>
          </p:nvPr>
        </p:nvSpPr>
        <p:spPr>
          <a:xfrm>
            <a:off x="3091725" y="1412738"/>
            <a:ext cx="5339100" cy="1089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82" name="Google Shape;82;p22"/>
          <p:cNvSpPr txBox="1"/>
          <p:nvPr>
            <p:ph idx="1" type="subTitle"/>
          </p:nvPr>
        </p:nvSpPr>
        <p:spPr>
          <a:xfrm>
            <a:off x="3091725" y="3233663"/>
            <a:ext cx="53391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83" name="Google Shape;83;p22"/>
          <p:cNvSpPr/>
          <p:nvPr/>
        </p:nvSpPr>
        <p:spPr>
          <a:xfrm>
            <a:off x="0" y="0"/>
            <a:ext cx="26607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4" name="Google Shape;84;p22"/>
          <p:cNvCxnSpPr/>
          <p:nvPr/>
        </p:nvCxnSpPr>
        <p:spPr>
          <a:xfrm>
            <a:off x="8820525" y="-35700"/>
            <a:ext cx="0" cy="52149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4"/>
          <p:cNvSpPr/>
          <p:nvPr/>
        </p:nvSpPr>
        <p:spPr>
          <a:xfrm>
            <a:off x="0" y="0"/>
            <a:ext cx="40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8" name="Google Shape;88;p24"/>
          <p:cNvCxnSpPr/>
          <p:nvPr/>
        </p:nvCxnSpPr>
        <p:spPr>
          <a:xfrm>
            <a:off x="8430775" y="-35700"/>
            <a:ext cx="0" cy="52149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0" name="Google Shape;90;p24"/>
          <p:cNvSpPr txBox="1"/>
          <p:nvPr>
            <p:ph idx="2" type="title"/>
          </p:nvPr>
        </p:nvSpPr>
        <p:spPr>
          <a:xfrm>
            <a:off x="720000" y="1579950"/>
            <a:ext cx="7650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1" name="Google Shape;91;p24"/>
          <p:cNvSpPr txBox="1"/>
          <p:nvPr>
            <p:ph idx="3" type="title"/>
          </p:nvPr>
        </p:nvSpPr>
        <p:spPr>
          <a:xfrm>
            <a:off x="720000" y="2914288"/>
            <a:ext cx="7650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2" name="Google Shape;92;p24"/>
          <p:cNvSpPr txBox="1"/>
          <p:nvPr>
            <p:ph idx="4" type="title"/>
          </p:nvPr>
        </p:nvSpPr>
        <p:spPr>
          <a:xfrm>
            <a:off x="3371772" y="1579950"/>
            <a:ext cx="7650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3" name="Google Shape;93;p24"/>
          <p:cNvSpPr txBox="1"/>
          <p:nvPr>
            <p:ph idx="5" type="title"/>
          </p:nvPr>
        </p:nvSpPr>
        <p:spPr>
          <a:xfrm>
            <a:off x="3371772" y="2914288"/>
            <a:ext cx="7650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4" name="Google Shape;94;p24"/>
          <p:cNvSpPr txBox="1"/>
          <p:nvPr>
            <p:ph idx="6" type="title"/>
          </p:nvPr>
        </p:nvSpPr>
        <p:spPr>
          <a:xfrm>
            <a:off x="6023544" y="1579950"/>
            <a:ext cx="7650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5" name="Google Shape;95;p24"/>
          <p:cNvSpPr txBox="1"/>
          <p:nvPr>
            <p:ph idx="7" type="title"/>
          </p:nvPr>
        </p:nvSpPr>
        <p:spPr>
          <a:xfrm>
            <a:off x="6023544" y="2914288"/>
            <a:ext cx="7650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6" name="Google Shape;96;p24"/>
          <p:cNvSpPr txBox="1"/>
          <p:nvPr>
            <p:ph idx="1" type="subTitle"/>
          </p:nvPr>
        </p:nvSpPr>
        <p:spPr>
          <a:xfrm>
            <a:off x="720000" y="1978648"/>
            <a:ext cx="24006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7" name="Google Shape;97;p24"/>
          <p:cNvSpPr txBox="1"/>
          <p:nvPr>
            <p:ph idx="8" type="subTitle"/>
          </p:nvPr>
        </p:nvSpPr>
        <p:spPr>
          <a:xfrm>
            <a:off x="3371774" y="1978648"/>
            <a:ext cx="24006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8" name="Google Shape;98;p24"/>
          <p:cNvSpPr txBox="1"/>
          <p:nvPr>
            <p:ph idx="9" type="subTitle"/>
          </p:nvPr>
        </p:nvSpPr>
        <p:spPr>
          <a:xfrm>
            <a:off x="6023548" y="1978648"/>
            <a:ext cx="24006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24"/>
          <p:cNvSpPr txBox="1"/>
          <p:nvPr>
            <p:ph idx="13" type="subTitle"/>
          </p:nvPr>
        </p:nvSpPr>
        <p:spPr>
          <a:xfrm>
            <a:off x="720000" y="3313049"/>
            <a:ext cx="24006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0" name="Google Shape;100;p24"/>
          <p:cNvSpPr txBox="1"/>
          <p:nvPr>
            <p:ph idx="14" type="subTitle"/>
          </p:nvPr>
        </p:nvSpPr>
        <p:spPr>
          <a:xfrm>
            <a:off x="3371774" y="3313049"/>
            <a:ext cx="24006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1" name="Google Shape;101;p24"/>
          <p:cNvSpPr txBox="1"/>
          <p:nvPr>
            <p:ph idx="15" type="subTitle"/>
          </p:nvPr>
        </p:nvSpPr>
        <p:spPr>
          <a:xfrm>
            <a:off x="6023548" y="3313049"/>
            <a:ext cx="24006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grpSp>
        <p:nvGrpSpPr>
          <p:cNvPr id="102" name="Google Shape;102;p24"/>
          <p:cNvGrpSpPr/>
          <p:nvPr/>
        </p:nvGrpSpPr>
        <p:grpSpPr>
          <a:xfrm>
            <a:off x="720000" y="4854300"/>
            <a:ext cx="8536500" cy="0"/>
            <a:chOff x="2220050" y="1547100"/>
            <a:chExt cx="8536500" cy="0"/>
          </a:xfrm>
        </p:grpSpPr>
        <p:cxnSp>
          <p:nvCxnSpPr>
            <p:cNvPr id="103" name="Google Shape;103;p24"/>
            <p:cNvCxnSpPr/>
            <p:nvPr/>
          </p:nvCxnSpPr>
          <p:spPr>
            <a:xfrm>
              <a:off x="2220050" y="1547100"/>
              <a:ext cx="464400" cy="0"/>
            </a:xfrm>
            <a:prstGeom prst="straightConnector1">
              <a:avLst/>
            </a:prstGeom>
            <a:noFill/>
            <a:ln cap="flat" cmpd="sng" w="1143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4" name="Google Shape;104;p24"/>
            <p:cNvCxnSpPr/>
            <p:nvPr/>
          </p:nvCxnSpPr>
          <p:spPr>
            <a:xfrm>
              <a:off x="2684450" y="1547100"/>
              <a:ext cx="80721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5"/>
          <p:cNvSpPr/>
          <p:nvPr/>
        </p:nvSpPr>
        <p:spPr>
          <a:xfrm>
            <a:off x="0" y="0"/>
            <a:ext cx="40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08" name="Google Shape;108;p25"/>
          <p:cNvCxnSpPr/>
          <p:nvPr/>
        </p:nvCxnSpPr>
        <p:spPr>
          <a:xfrm>
            <a:off x="8783850" y="-35700"/>
            <a:ext cx="0" cy="52149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9" name="Google Shape;109;p25"/>
          <p:cNvGrpSpPr/>
          <p:nvPr/>
        </p:nvGrpSpPr>
        <p:grpSpPr>
          <a:xfrm>
            <a:off x="1501085" y="4854300"/>
            <a:ext cx="7698000" cy="0"/>
            <a:chOff x="2220050" y="1547100"/>
            <a:chExt cx="7698000" cy="0"/>
          </a:xfrm>
        </p:grpSpPr>
        <p:cxnSp>
          <p:nvCxnSpPr>
            <p:cNvPr id="110" name="Google Shape;110;p25"/>
            <p:cNvCxnSpPr/>
            <p:nvPr/>
          </p:nvCxnSpPr>
          <p:spPr>
            <a:xfrm>
              <a:off x="2220050" y="1547100"/>
              <a:ext cx="464400" cy="0"/>
            </a:xfrm>
            <a:prstGeom prst="straightConnector1">
              <a:avLst/>
            </a:prstGeom>
            <a:noFill/>
            <a:ln cap="flat" cmpd="sng" w="1143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1" name="Google Shape;111;p25"/>
            <p:cNvCxnSpPr/>
            <p:nvPr/>
          </p:nvCxnSpPr>
          <p:spPr>
            <a:xfrm>
              <a:off x="2684450" y="1547100"/>
              <a:ext cx="7233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_1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6"/>
          <p:cNvSpPr/>
          <p:nvPr>
            <p:ph idx="2" type="pic"/>
          </p:nvPr>
        </p:nvSpPr>
        <p:spPr>
          <a:xfrm>
            <a:off x="1377525" y="0"/>
            <a:ext cx="3802500" cy="3033900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26"/>
          <p:cNvSpPr/>
          <p:nvPr>
            <p:ph idx="3" type="pic"/>
          </p:nvPr>
        </p:nvSpPr>
        <p:spPr>
          <a:xfrm>
            <a:off x="5516825" y="-23825"/>
            <a:ext cx="3643800" cy="5167200"/>
          </a:xfrm>
          <a:prstGeom prst="rect">
            <a:avLst/>
          </a:prstGeom>
          <a:noFill/>
          <a:ln>
            <a:noFill/>
          </a:ln>
        </p:spPr>
      </p:sp>
      <p:sp>
        <p:nvSpPr>
          <p:cNvPr id="115" name="Google Shape;115;p26"/>
          <p:cNvSpPr/>
          <p:nvPr/>
        </p:nvSpPr>
        <p:spPr>
          <a:xfrm>
            <a:off x="0" y="0"/>
            <a:ext cx="10407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6" name="Google Shape;116;p26"/>
          <p:cNvCxnSpPr/>
          <p:nvPr/>
        </p:nvCxnSpPr>
        <p:spPr>
          <a:xfrm>
            <a:off x="8805525" y="-35700"/>
            <a:ext cx="0" cy="52149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" name="Google Shape;117;p26"/>
          <p:cNvSpPr txBox="1"/>
          <p:nvPr>
            <p:ph type="title"/>
          </p:nvPr>
        </p:nvSpPr>
        <p:spPr>
          <a:xfrm>
            <a:off x="1377513" y="3108350"/>
            <a:ext cx="38025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8" name="Google Shape;118;p26"/>
          <p:cNvSpPr txBox="1"/>
          <p:nvPr>
            <p:ph idx="1" type="subTitle"/>
          </p:nvPr>
        </p:nvSpPr>
        <p:spPr>
          <a:xfrm>
            <a:off x="1377513" y="3679400"/>
            <a:ext cx="3802500" cy="9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0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7"/>
          <p:cNvSpPr txBox="1"/>
          <p:nvPr>
            <p:ph type="title"/>
          </p:nvPr>
        </p:nvSpPr>
        <p:spPr>
          <a:xfrm>
            <a:off x="6071025" y="539500"/>
            <a:ext cx="2359800" cy="11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1" name="Google Shape;121;p27"/>
          <p:cNvSpPr txBox="1"/>
          <p:nvPr>
            <p:ph idx="1" type="subTitle"/>
          </p:nvPr>
        </p:nvSpPr>
        <p:spPr>
          <a:xfrm>
            <a:off x="6071025" y="1570750"/>
            <a:ext cx="2359800" cy="10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22" name="Google Shape;122;p27"/>
          <p:cNvSpPr/>
          <p:nvPr>
            <p:ph idx="2" type="pic"/>
          </p:nvPr>
        </p:nvSpPr>
        <p:spPr>
          <a:xfrm>
            <a:off x="0" y="0"/>
            <a:ext cx="34281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27"/>
          <p:cNvSpPr/>
          <p:nvPr>
            <p:ph idx="3" type="pic"/>
          </p:nvPr>
        </p:nvSpPr>
        <p:spPr>
          <a:xfrm>
            <a:off x="3690500" y="3066625"/>
            <a:ext cx="4705500" cy="20769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27"/>
          <p:cNvSpPr/>
          <p:nvPr>
            <p:ph idx="4" type="pic"/>
          </p:nvPr>
        </p:nvSpPr>
        <p:spPr>
          <a:xfrm>
            <a:off x="3690375" y="0"/>
            <a:ext cx="2285700" cy="28263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27"/>
          <p:cNvSpPr/>
          <p:nvPr/>
        </p:nvSpPr>
        <p:spPr>
          <a:xfrm>
            <a:off x="8947250" y="0"/>
            <a:ext cx="196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6" name="Google Shape;126;p27"/>
          <p:cNvCxnSpPr/>
          <p:nvPr/>
        </p:nvCxnSpPr>
        <p:spPr>
          <a:xfrm>
            <a:off x="414894" y="-35700"/>
            <a:ext cx="0" cy="52149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0_1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8"/>
          <p:cNvSpPr txBox="1"/>
          <p:nvPr>
            <p:ph type="title"/>
          </p:nvPr>
        </p:nvSpPr>
        <p:spPr>
          <a:xfrm>
            <a:off x="713250" y="445025"/>
            <a:ext cx="463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9" name="Google Shape;129;p28"/>
          <p:cNvSpPr txBox="1"/>
          <p:nvPr>
            <p:ph idx="1" type="body"/>
          </p:nvPr>
        </p:nvSpPr>
        <p:spPr>
          <a:xfrm>
            <a:off x="713250" y="1257575"/>
            <a:ext cx="7717500" cy="27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130" name="Google Shape;130;p28"/>
          <p:cNvSpPr/>
          <p:nvPr/>
        </p:nvSpPr>
        <p:spPr>
          <a:xfrm>
            <a:off x="0" y="0"/>
            <a:ext cx="5904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1" name="Google Shape;131;p28"/>
          <p:cNvCxnSpPr/>
          <p:nvPr/>
        </p:nvCxnSpPr>
        <p:spPr>
          <a:xfrm>
            <a:off x="8735575" y="-35700"/>
            <a:ext cx="0" cy="52149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2" name="Google Shape;132;p28"/>
          <p:cNvGrpSpPr/>
          <p:nvPr/>
        </p:nvGrpSpPr>
        <p:grpSpPr>
          <a:xfrm>
            <a:off x="3886675" y="4976075"/>
            <a:ext cx="5341800" cy="0"/>
            <a:chOff x="2220050" y="1547100"/>
            <a:chExt cx="5341800" cy="0"/>
          </a:xfrm>
        </p:grpSpPr>
        <p:cxnSp>
          <p:nvCxnSpPr>
            <p:cNvPr id="133" name="Google Shape;133;p28"/>
            <p:cNvCxnSpPr/>
            <p:nvPr/>
          </p:nvCxnSpPr>
          <p:spPr>
            <a:xfrm>
              <a:off x="2220050" y="1547100"/>
              <a:ext cx="464400" cy="0"/>
            </a:xfrm>
            <a:prstGeom prst="straightConnector1">
              <a:avLst/>
            </a:prstGeom>
            <a:noFill/>
            <a:ln cap="flat" cmpd="sng" w="1143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4" name="Google Shape;134;p28"/>
            <p:cNvCxnSpPr/>
            <p:nvPr/>
          </p:nvCxnSpPr>
          <p:spPr>
            <a:xfrm>
              <a:off x="2684450" y="1547100"/>
              <a:ext cx="4877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0_1_1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9"/>
          <p:cNvSpPr txBox="1"/>
          <p:nvPr>
            <p:ph type="title"/>
          </p:nvPr>
        </p:nvSpPr>
        <p:spPr>
          <a:xfrm>
            <a:off x="713250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7" name="Google Shape;137;p29"/>
          <p:cNvSpPr txBox="1"/>
          <p:nvPr>
            <p:ph idx="1" type="body"/>
          </p:nvPr>
        </p:nvSpPr>
        <p:spPr>
          <a:xfrm>
            <a:off x="713250" y="1017725"/>
            <a:ext cx="7717500" cy="3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138" name="Google Shape;138;p29"/>
          <p:cNvSpPr/>
          <p:nvPr/>
        </p:nvSpPr>
        <p:spPr>
          <a:xfrm>
            <a:off x="0" y="0"/>
            <a:ext cx="1875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9" name="Google Shape;139;p29"/>
          <p:cNvCxnSpPr/>
          <p:nvPr/>
        </p:nvCxnSpPr>
        <p:spPr>
          <a:xfrm>
            <a:off x="8267125" y="-35700"/>
            <a:ext cx="0" cy="52149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0" name="Google Shape;140;p29"/>
          <p:cNvGrpSpPr/>
          <p:nvPr/>
        </p:nvGrpSpPr>
        <p:grpSpPr>
          <a:xfrm>
            <a:off x="448300" y="4854275"/>
            <a:ext cx="8817600" cy="0"/>
            <a:chOff x="2220050" y="1547100"/>
            <a:chExt cx="8817600" cy="0"/>
          </a:xfrm>
        </p:grpSpPr>
        <p:cxnSp>
          <p:nvCxnSpPr>
            <p:cNvPr id="141" name="Google Shape;141;p29"/>
            <p:cNvCxnSpPr/>
            <p:nvPr/>
          </p:nvCxnSpPr>
          <p:spPr>
            <a:xfrm>
              <a:off x="2220050" y="1547100"/>
              <a:ext cx="464400" cy="0"/>
            </a:xfrm>
            <a:prstGeom prst="straightConnector1">
              <a:avLst/>
            </a:prstGeom>
            <a:noFill/>
            <a:ln cap="flat" cmpd="sng" w="1143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2" name="Google Shape;142;p29"/>
            <p:cNvCxnSpPr/>
            <p:nvPr/>
          </p:nvCxnSpPr>
          <p:spPr>
            <a:xfrm>
              <a:off x="2684450" y="1547100"/>
              <a:ext cx="83532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5" name="Google Shape;145;p30"/>
          <p:cNvSpPr txBox="1"/>
          <p:nvPr>
            <p:ph idx="1" type="subTitle"/>
          </p:nvPr>
        </p:nvSpPr>
        <p:spPr>
          <a:xfrm>
            <a:off x="726701" y="1701834"/>
            <a:ext cx="3649500" cy="10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46" name="Google Shape;146;p30"/>
          <p:cNvSpPr txBox="1"/>
          <p:nvPr>
            <p:ph idx="2" type="subTitle"/>
          </p:nvPr>
        </p:nvSpPr>
        <p:spPr>
          <a:xfrm>
            <a:off x="4781130" y="1701834"/>
            <a:ext cx="3649500" cy="10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47" name="Google Shape;147;p30"/>
          <p:cNvSpPr txBox="1"/>
          <p:nvPr>
            <p:ph idx="3" type="subTitle"/>
          </p:nvPr>
        </p:nvSpPr>
        <p:spPr>
          <a:xfrm>
            <a:off x="726701" y="3390025"/>
            <a:ext cx="3649500" cy="10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48" name="Google Shape;148;p30"/>
          <p:cNvSpPr txBox="1"/>
          <p:nvPr>
            <p:ph idx="4" type="subTitle"/>
          </p:nvPr>
        </p:nvSpPr>
        <p:spPr>
          <a:xfrm>
            <a:off x="4781129" y="3390023"/>
            <a:ext cx="3649500" cy="10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49" name="Google Shape;149;p30"/>
          <p:cNvSpPr txBox="1"/>
          <p:nvPr>
            <p:ph idx="5" type="subTitle"/>
          </p:nvPr>
        </p:nvSpPr>
        <p:spPr>
          <a:xfrm>
            <a:off x="726700" y="1321075"/>
            <a:ext cx="36495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50" name="Google Shape;150;p30"/>
          <p:cNvSpPr txBox="1"/>
          <p:nvPr>
            <p:ph idx="6" type="subTitle"/>
          </p:nvPr>
        </p:nvSpPr>
        <p:spPr>
          <a:xfrm>
            <a:off x="726700" y="3009341"/>
            <a:ext cx="36495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51" name="Google Shape;151;p30"/>
          <p:cNvSpPr txBox="1"/>
          <p:nvPr>
            <p:ph idx="7" type="subTitle"/>
          </p:nvPr>
        </p:nvSpPr>
        <p:spPr>
          <a:xfrm>
            <a:off x="4781096" y="1321075"/>
            <a:ext cx="36495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52" name="Google Shape;152;p30"/>
          <p:cNvSpPr txBox="1"/>
          <p:nvPr>
            <p:ph idx="8" type="subTitle"/>
          </p:nvPr>
        </p:nvSpPr>
        <p:spPr>
          <a:xfrm>
            <a:off x="4781097" y="3009334"/>
            <a:ext cx="36495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53" name="Google Shape;153;p30"/>
          <p:cNvSpPr/>
          <p:nvPr/>
        </p:nvSpPr>
        <p:spPr>
          <a:xfrm>
            <a:off x="0" y="0"/>
            <a:ext cx="4497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4" name="Google Shape;154;p30"/>
          <p:cNvCxnSpPr/>
          <p:nvPr/>
        </p:nvCxnSpPr>
        <p:spPr>
          <a:xfrm>
            <a:off x="8576925" y="-35700"/>
            <a:ext cx="0" cy="52149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55" name="Google Shape;155;p30"/>
          <p:cNvGrpSpPr/>
          <p:nvPr/>
        </p:nvGrpSpPr>
        <p:grpSpPr>
          <a:xfrm>
            <a:off x="2819875" y="4823675"/>
            <a:ext cx="6333600" cy="0"/>
            <a:chOff x="2220050" y="1547100"/>
            <a:chExt cx="6333600" cy="0"/>
          </a:xfrm>
        </p:grpSpPr>
        <p:cxnSp>
          <p:nvCxnSpPr>
            <p:cNvPr id="156" name="Google Shape;156;p30"/>
            <p:cNvCxnSpPr/>
            <p:nvPr/>
          </p:nvCxnSpPr>
          <p:spPr>
            <a:xfrm>
              <a:off x="2220050" y="1547100"/>
              <a:ext cx="464400" cy="0"/>
            </a:xfrm>
            <a:prstGeom prst="straightConnector1">
              <a:avLst/>
            </a:prstGeom>
            <a:noFill/>
            <a:ln cap="flat" cmpd="sng" w="1143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7" name="Google Shape;157;p30"/>
            <p:cNvCxnSpPr/>
            <p:nvPr/>
          </p:nvCxnSpPr>
          <p:spPr>
            <a:xfrm>
              <a:off x="2684450" y="1547100"/>
              <a:ext cx="58692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0" name="Google Shape;160;p31"/>
          <p:cNvSpPr txBox="1"/>
          <p:nvPr>
            <p:ph idx="1" type="subTitle"/>
          </p:nvPr>
        </p:nvSpPr>
        <p:spPr>
          <a:xfrm>
            <a:off x="712900" y="1710154"/>
            <a:ext cx="2505900" cy="10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61" name="Google Shape;161;p31"/>
          <p:cNvSpPr txBox="1"/>
          <p:nvPr>
            <p:ph idx="2" type="subTitle"/>
          </p:nvPr>
        </p:nvSpPr>
        <p:spPr>
          <a:xfrm>
            <a:off x="3262909" y="1710164"/>
            <a:ext cx="2617800" cy="10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62" name="Google Shape;162;p31"/>
          <p:cNvSpPr txBox="1"/>
          <p:nvPr>
            <p:ph idx="3" type="subTitle"/>
          </p:nvPr>
        </p:nvSpPr>
        <p:spPr>
          <a:xfrm>
            <a:off x="712900" y="3539851"/>
            <a:ext cx="2505900" cy="10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63" name="Google Shape;163;p31"/>
          <p:cNvSpPr txBox="1"/>
          <p:nvPr>
            <p:ph idx="4" type="subTitle"/>
          </p:nvPr>
        </p:nvSpPr>
        <p:spPr>
          <a:xfrm>
            <a:off x="3262918" y="3539853"/>
            <a:ext cx="2617800" cy="10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64" name="Google Shape;164;p31"/>
          <p:cNvSpPr txBox="1"/>
          <p:nvPr>
            <p:ph idx="5" type="subTitle"/>
          </p:nvPr>
        </p:nvSpPr>
        <p:spPr>
          <a:xfrm>
            <a:off x="5924954" y="1710160"/>
            <a:ext cx="2505900" cy="10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65" name="Google Shape;165;p31"/>
          <p:cNvSpPr txBox="1"/>
          <p:nvPr>
            <p:ph idx="6" type="subTitle"/>
          </p:nvPr>
        </p:nvSpPr>
        <p:spPr>
          <a:xfrm>
            <a:off x="5924973" y="3539851"/>
            <a:ext cx="2505900" cy="10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66" name="Google Shape;166;p31"/>
          <p:cNvSpPr txBox="1"/>
          <p:nvPr>
            <p:ph idx="7" type="subTitle"/>
          </p:nvPr>
        </p:nvSpPr>
        <p:spPr>
          <a:xfrm>
            <a:off x="712900" y="1208575"/>
            <a:ext cx="25059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67" name="Google Shape;167;p31"/>
          <p:cNvSpPr txBox="1"/>
          <p:nvPr>
            <p:ph idx="8" type="subTitle"/>
          </p:nvPr>
        </p:nvSpPr>
        <p:spPr>
          <a:xfrm>
            <a:off x="3262908" y="1208575"/>
            <a:ext cx="26154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68" name="Google Shape;168;p31"/>
          <p:cNvSpPr txBox="1"/>
          <p:nvPr>
            <p:ph idx="9" type="subTitle"/>
          </p:nvPr>
        </p:nvSpPr>
        <p:spPr>
          <a:xfrm>
            <a:off x="5924951" y="1208575"/>
            <a:ext cx="25035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69" name="Google Shape;169;p31"/>
          <p:cNvSpPr txBox="1"/>
          <p:nvPr>
            <p:ph idx="13" type="subTitle"/>
          </p:nvPr>
        </p:nvSpPr>
        <p:spPr>
          <a:xfrm>
            <a:off x="712900" y="3040861"/>
            <a:ext cx="25059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0" name="Google Shape;170;p31"/>
          <p:cNvSpPr txBox="1"/>
          <p:nvPr>
            <p:ph idx="14" type="subTitle"/>
          </p:nvPr>
        </p:nvSpPr>
        <p:spPr>
          <a:xfrm>
            <a:off x="3262908" y="3040858"/>
            <a:ext cx="26154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1" name="Google Shape;171;p31"/>
          <p:cNvSpPr txBox="1"/>
          <p:nvPr>
            <p:ph idx="15" type="subTitle"/>
          </p:nvPr>
        </p:nvSpPr>
        <p:spPr>
          <a:xfrm>
            <a:off x="5924951" y="3040853"/>
            <a:ext cx="25059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2" name="Google Shape;172;p31"/>
          <p:cNvSpPr/>
          <p:nvPr/>
        </p:nvSpPr>
        <p:spPr>
          <a:xfrm>
            <a:off x="8591250" y="0"/>
            <a:ext cx="5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3" name="Google Shape;173;p31"/>
          <p:cNvCxnSpPr/>
          <p:nvPr/>
        </p:nvCxnSpPr>
        <p:spPr>
          <a:xfrm>
            <a:off x="414894" y="-35700"/>
            <a:ext cx="0" cy="52149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74" name="Google Shape;174;p31"/>
          <p:cNvGrpSpPr/>
          <p:nvPr/>
        </p:nvGrpSpPr>
        <p:grpSpPr>
          <a:xfrm flipH="1">
            <a:off x="-37375" y="4832600"/>
            <a:ext cx="6198300" cy="0"/>
            <a:chOff x="2220050" y="1547100"/>
            <a:chExt cx="6198300" cy="0"/>
          </a:xfrm>
        </p:grpSpPr>
        <p:cxnSp>
          <p:nvCxnSpPr>
            <p:cNvPr id="175" name="Google Shape;175;p31"/>
            <p:cNvCxnSpPr/>
            <p:nvPr/>
          </p:nvCxnSpPr>
          <p:spPr>
            <a:xfrm>
              <a:off x="2220050" y="1547100"/>
              <a:ext cx="464400" cy="0"/>
            </a:xfrm>
            <a:prstGeom prst="straightConnector1">
              <a:avLst/>
            </a:prstGeom>
            <a:noFill/>
            <a:ln cap="flat" cmpd="sng" w="1143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6" name="Google Shape;176;p31"/>
            <p:cNvCxnSpPr/>
            <p:nvPr/>
          </p:nvCxnSpPr>
          <p:spPr>
            <a:xfrm>
              <a:off x="2684450" y="1547100"/>
              <a:ext cx="5733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2"/>
          <p:cNvSpPr/>
          <p:nvPr/>
        </p:nvSpPr>
        <p:spPr>
          <a:xfrm>
            <a:off x="6341100" y="0"/>
            <a:ext cx="280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9" name="Google Shape;179;p32"/>
          <p:cNvCxnSpPr/>
          <p:nvPr/>
        </p:nvCxnSpPr>
        <p:spPr>
          <a:xfrm>
            <a:off x="517944" y="-35700"/>
            <a:ext cx="0" cy="52149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0" name="Google Shape;180;p32"/>
          <p:cNvSpPr txBox="1"/>
          <p:nvPr>
            <p:ph type="title"/>
          </p:nvPr>
        </p:nvSpPr>
        <p:spPr>
          <a:xfrm>
            <a:off x="713263" y="539500"/>
            <a:ext cx="4448100" cy="10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1" name="Google Shape;181;p32"/>
          <p:cNvSpPr txBox="1"/>
          <p:nvPr>
            <p:ph idx="1" type="subTitle"/>
          </p:nvPr>
        </p:nvSpPr>
        <p:spPr>
          <a:xfrm>
            <a:off x="713225" y="1628575"/>
            <a:ext cx="4448100" cy="10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82" name="Google Shape;182;p32"/>
          <p:cNvSpPr txBox="1"/>
          <p:nvPr/>
        </p:nvSpPr>
        <p:spPr>
          <a:xfrm>
            <a:off x="713225" y="3528875"/>
            <a:ext cx="37650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CREDITS:</a:t>
            </a:r>
            <a:r>
              <a:rPr b="0" i="0" lang="en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This presentation template was created by </a:t>
            </a:r>
            <a:r>
              <a:rPr b="1" i="0" lang="en" sz="1000" u="sng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en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includes icons by </a:t>
            </a:r>
            <a:r>
              <a:rPr b="1" i="0" lang="en" sz="1000" u="sng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en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infographics &amp; images by </a:t>
            </a:r>
            <a:r>
              <a:rPr b="1" i="0" lang="en" sz="1000" u="sng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0" i="0" lang="en" sz="1000" u="sng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i="0" sz="1000" u="sng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3"/>
          <p:cNvSpPr/>
          <p:nvPr/>
        </p:nvSpPr>
        <p:spPr>
          <a:xfrm>
            <a:off x="6501975" y="0"/>
            <a:ext cx="26421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5" name="Google Shape;185;p33"/>
          <p:cNvCxnSpPr/>
          <p:nvPr/>
        </p:nvCxnSpPr>
        <p:spPr>
          <a:xfrm>
            <a:off x="479225" y="-35700"/>
            <a:ext cx="0" cy="52149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86" name="Google Shape;186;p33"/>
          <p:cNvGrpSpPr/>
          <p:nvPr/>
        </p:nvGrpSpPr>
        <p:grpSpPr>
          <a:xfrm flipH="1">
            <a:off x="-131100" y="313050"/>
            <a:ext cx="6464400" cy="0"/>
            <a:chOff x="2220050" y="1547100"/>
            <a:chExt cx="6464400" cy="0"/>
          </a:xfrm>
        </p:grpSpPr>
        <p:cxnSp>
          <p:nvCxnSpPr>
            <p:cNvPr id="187" name="Google Shape;187;p33"/>
            <p:cNvCxnSpPr/>
            <p:nvPr/>
          </p:nvCxnSpPr>
          <p:spPr>
            <a:xfrm>
              <a:off x="2220050" y="1547100"/>
              <a:ext cx="464400" cy="0"/>
            </a:xfrm>
            <a:prstGeom prst="straightConnector1">
              <a:avLst/>
            </a:prstGeom>
            <a:noFill/>
            <a:ln cap="flat" cmpd="sng" w="1143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8" name="Google Shape;188;p33"/>
            <p:cNvCxnSpPr/>
            <p:nvPr/>
          </p:nvCxnSpPr>
          <p:spPr>
            <a:xfrm>
              <a:off x="2684450" y="1547100"/>
              <a:ext cx="6000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4"/>
          <p:cNvSpPr/>
          <p:nvPr/>
        </p:nvSpPr>
        <p:spPr>
          <a:xfrm flipH="1">
            <a:off x="-18775" y="-35700"/>
            <a:ext cx="1368000" cy="5179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1" name="Google Shape;191;p34"/>
          <p:cNvCxnSpPr/>
          <p:nvPr/>
        </p:nvCxnSpPr>
        <p:spPr>
          <a:xfrm>
            <a:off x="8430781" y="-35700"/>
            <a:ext cx="0" cy="52149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92" name="Google Shape;192;p34"/>
          <p:cNvGrpSpPr/>
          <p:nvPr/>
        </p:nvGrpSpPr>
        <p:grpSpPr>
          <a:xfrm>
            <a:off x="1798975" y="266225"/>
            <a:ext cx="7429500" cy="0"/>
            <a:chOff x="2220050" y="1547100"/>
            <a:chExt cx="7429500" cy="0"/>
          </a:xfrm>
        </p:grpSpPr>
        <p:cxnSp>
          <p:nvCxnSpPr>
            <p:cNvPr id="193" name="Google Shape;193;p34"/>
            <p:cNvCxnSpPr/>
            <p:nvPr/>
          </p:nvCxnSpPr>
          <p:spPr>
            <a:xfrm>
              <a:off x="2220050" y="1547100"/>
              <a:ext cx="464400" cy="0"/>
            </a:xfrm>
            <a:prstGeom prst="straightConnector1">
              <a:avLst/>
            </a:prstGeom>
            <a:noFill/>
            <a:ln cap="flat" cmpd="sng" w="1143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4" name="Google Shape;194;p34"/>
            <p:cNvCxnSpPr/>
            <p:nvPr/>
          </p:nvCxnSpPr>
          <p:spPr>
            <a:xfrm>
              <a:off x="2684450" y="1547100"/>
              <a:ext cx="69651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b="1" i="0" sz="2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b="1" i="0" sz="3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b="1" i="0" sz="3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b="1" i="0" sz="3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b="1" i="0" sz="3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b="1" i="0" sz="3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b="1" i="0" sz="3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b="1" i="0" sz="3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b="1" i="0" sz="3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b="0" i="0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b="0" i="0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b="0" i="0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b="0" i="0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b="0" i="0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b="0" i="0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b="0" i="0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b="0" i="0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Poppins"/>
              <a:buChar char="■"/>
              <a:defRPr b="0" i="0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"/>
          <p:cNvSpPr txBox="1"/>
          <p:nvPr>
            <p:ph type="ctrTitle"/>
          </p:nvPr>
        </p:nvSpPr>
        <p:spPr>
          <a:xfrm>
            <a:off x="2080675" y="1687650"/>
            <a:ext cx="6350100" cy="1431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0" lang="en" sz="4600">
                <a:latin typeface="Poppins SemiBold"/>
                <a:ea typeface="Poppins SemiBold"/>
                <a:cs typeface="Poppins SemiBold"/>
                <a:sym typeface="Poppins SemiBold"/>
              </a:rPr>
              <a:t>LAB 04 </a:t>
            </a:r>
            <a:endParaRPr sz="4700"/>
          </a:p>
        </p:txBody>
      </p:sp>
      <p:sp>
        <p:nvSpPr>
          <p:cNvPr id="200" name="Google Shape;200;p1"/>
          <p:cNvSpPr txBox="1"/>
          <p:nvPr>
            <p:ph idx="1" type="subTitle"/>
          </p:nvPr>
        </p:nvSpPr>
        <p:spPr>
          <a:xfrm>
            <a:off x="2080675" y="3183000"/>
            <a:ext cx="63501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900"/>
              <a:t>PH142 Fall 2026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900"/>
          </a:p>
        </p:txBody>
      </p:sp>
      <p:grpSp>
        <p:nvGrpSpPr>
          <p:cNvPr id="201" name="Google Shape;201;p1"/>
          <p:cNvGrpSpPr/>
          <p:nvPr/>
        </p:nvGrpSpPr>
        <p:grpSpPr>
          <a:xfrm>
            <a:off x="2220050" y="1547100"/>
            <a:ext cx="7055100" cy="0"/>
            <a:chOff x="2220050" y="1547100"/>
            <a:chExt cx="7055100" cy="0"/>
          </a:xfrm>
        </p:grpSpPr>
        <p:cxnSp>
          <p:nvCxnSpPr>
            <p:cNvPr id="202" name="Google Shape;202;p1"/>
            <p:cNvCxnSpPr/>
            <p:nvPr/>
          </p:nvCxnSpPr>
          <p:spPr>
            <a:xfrm>
              <a:off x="2220050" y="1547100"/>
              <a:ext cx="464400" cy="0"/>
            </a:xfrm>
            <a:prstGeom prst="straightConnector1">
              <a:avLst/>
            </a:prstGeom>
            <a:noFill/>
            <a:ln cap="flat" cmpd="sng" w="1143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3" name="Google Shape;203;p1"/>
            <p:cNvCxnSpPr/>
            <p:nvPr/>
          </p:nvCxnSpPr>
          <p:spPr>
            <a:xfrm>
              <a:off x="2684450" y="1547100"/>
              <a:ext cx="65907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Announcements</a:t>
            </a:r>
            <a:endParaRPr/>
          </a:p>
        </p:txBody>
      </p:sp>
      <p:sp>
        <p:nvSpPr>
          <p:cNvPr id="209" name="Google Shape;209;p2"/>
          <p:cNvSpPr txBox="1"/>
          <p:nvPr>
            <p:ph idx="4" type="subTitle"/>
          </p:nvPr>
        </p:nvSpPr>
        <p:spPr>
          <a:xfrm>
            <a:off x="720000" y="1438947"/>
            <a:ext cx="7259400" cy="28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lang="en" sz="1800">
                <a:solidFill>
                  <a:srgbClr val="000000"/>
                </a:solidFill>
              </a:rPr>
              <a:t>Lab04:</a:t>
            </a:r>
            <a:r>
              <a:rPr lang="en" sz="1800">
                <a:solidFill>
                  <a:srgbClr val="000000"/>
                </a:solidFill>
              </a:rPr>
              <a:t> </a:t>
            </a:r>
            <a:r>
              <a:rPr lang="en" sz="1800">
                <a:solidFill>
                  <a:srgbClr val="000000"/>
                </a:solidFill>
              </a:rPr>
              <a:t>due Sat 9/19 at 11:59 PM (noon)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lang="en" sz="1800">
                <a:solidFill>
                  <a:srgbClr val="000000"/>
                </a:solidFill>
              </a:rPr>
              <a:t>Quiz03:</a:t>
            </a:r>
            <a:r>
              <a:rPr lang="en" sz="1800">
                <a:solidFill>
                  <a:srgbClr val="000000"/>
                </a:solidFill>
              </a:rPr>
              <a:t> </a:t>
            </a:r>
            <a:r>
              <a:rPr lang="en" sz="1800">
                <a:solidFill>
                  <a:srgbClr val="000000"/>
                </a:solidFill>
              </a:rPr>
              <a:t>due Fri 9/18 at 11:59 PM (midnight)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lang="en" sz="1800">
                <a:solidFill>
                  <a:srgbClr val="000000"/>
                </a:solidFill>
              </a:rPr>
              <a:t>Data Project Part 1:</a:t>
            </a:r>
            <a:r>
              <a:rPr lang="en" sz="1800">
                <a:solidFill>
                  <a:srgbClr val="000000"/>
                </a:solidFill>
              </a:rPr>
              <a:t> due 9/25 at 11:59pm</a:t>
            </a:r>
            <a:endParaRPr sz="18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</a:rPr>
              <a:t>* </a:t>
            </a:r>
            <a:r>
              <a:rPr lang="en" sz="1500">
                <a:solidFill>
                  <a:srgbClr val="000000"/>
                </a:solidFill>
              </a:rPr>
              <a:t>Your group must meet with your assigned GSI before the due date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lang="en" sz="1800">
                <a:solidFill>
                  <a:srgbClr val="000000"/>
                </a:solidFill>
              </a:rPr>
              <a:t>Midterm I:</a:t>
            </a:r>
            <a:r>
              <a:rPr lang="en" sz="1800">
                <a:solidFill>
                  <a:srgbClr val="000000"/>
                </a:solidFill>
              </a:rPr>
              <a:t> Fri 10/2 from 8-9am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>
                <a:solidFill>
                  <a:srgbClr val="000000"/>
                </a:solidFill>
              </a:rPr>
              <a:t>Midterm review next week during lab!</a:t>
            </a:r>
            <a:endParaRPr sz="18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5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1"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700"/>
          </a:p>
        </p:txBody>
      </p:sp>
      <p:grpSp>
        <p:nvGrpSpPr>
          <p:cNvPr id="210" name="Google Shape;210;p2"/>
          <p:cNvGrpSpPr/>
          <p:nvPr/>
        </p:nvGrpSpPr>
        <p:grpSpPr>
          <a:xfrm>
            <a:off x="1375675" y="4387100"/>
            <a:ext cx="7890000" cy="0"/>
            <a:chOff x="2220050" y="1547100"/>
            <a:chExt cx="7890000" cy="0"/>
          </a:xfrm>
        </p:grpSpPr>
        <p:cxnSp>
          <p:nvCxnSpPr>
            <p:cNvPr id="211" name="Google Shape;211;p2"/>
            <p:cNvCxnSpPr/>
            <p:nvPr/>
          </p:nvCxnSpPr>
          <p:spPr>
            <a:xfrm>
              <a:off x="2220050" y="1547100"/>
              <a:ext cx="464400" cy="0"/>
            </a:xfrm>
            <a:prstGeom prst="straightConnector1">
              <a:avLst/>
            </a:prstGeom>
            <a:noFill/>
            <a:ln cap="flat" cmpd="sng" w="1143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2" name="Google Shape;212;p2"/>
            <p:cNvCxnSpPr/>
            <p:nvPr/>
          </p:nvCxnSpPr>
          <p:spPr>
            <a:xfrm>
              <a:off x="2684450" y="1547100"/>
              <a:ext cx="7425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"/>
          <p:cNvSpPr txBox="1"/>
          <p:nvPr>
            <p:ph type="title"/>
          </p:nvPr>
        </p:nvSpPr>
        <p:spPr>
          <a:xfrm>
            <a:off x="720000" y="3528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Week 4 Lecture Review </a:t>
            </a:r>
            <a:endParaRPr/>
          </a:p>
        </p:txBody>
      </p:sp>
      <p:sp>
        <p:nvSpPr>
          <p:cNvPr id="218" name="Google Shape;218;p3"/>
          <p:cNvSpPr txBox="1"/>
          <p:nvPr>
            <p:ph idx="4294967295" type="subTitle"/>
          </p:nvPr>
        </p:nvSpPr>
        <p:spPr>
          <a:xfrm>
            <a:off x="813625" y="1149450"/>
            <a:ext cx="2574000" cy="4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</a:pPr>
            <a:r>
              <a:rPr b="1" i="0" lang="en" sz="17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Two-Way Tables </a:t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Poppins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19" name="Google Shape;219;p3" title="Screenshot 2025-09-14 at 10.42.38 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69950" y="705025"/>
            <a:ext cx="2881925" cy="9075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3"/>
          <p:cNvSpPr txBox="1"/>
          <p:nvPr>
            <p:ph idx="4294967295" type="subTitle"/>
          </p:nvPr>
        </p:nvSpPr>
        <p:spPr>
          <a:xfrm>
            <a:off x="813625" y="1734150"/>
            <a:ext cx="5729400" cy="30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Marginal Distribution: </a:t>
            </a:r>
            <a:r>
              <a:rPr b="0" i="0" lang="en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distribution of a single categorical variable in the entire population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-"/>
            </a:pPr>
            <a:r>
              <a:rPr b="0" i="0" lang="en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 the totals in the margins of the table to calculate proportions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-"/>
            </a:pPr>
            <a:r>
              <a:rPr b="0" i="0" lang="en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Percent of Exposed individuals= (A+B)/(A+B+C+D)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-"/>
            </a:pPr>
            <a:r>
              <a:rPr b="0" i="0" lang="en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Percent of Unexposed individuals = (C+D) / (A+B+C+D)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Conditional Distribution:</a:t>
            </a:r>
            <a:r>
              <a:rPr b="0" i="0" lang="en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The distribution of one categorical variable within the other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-"/>
            </a:pPr>
            <a:r>
              <a:rPr b="0" i="0" lang="en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 a single row or column to calculate proportions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-"/>
            </a:pPr>
            <a:r>
              <a:rPr b="0" i="0" lang="en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Percent of Diseased given exposure = A / (A+B)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-"/>
            </a:pPr>
            <a:r>
              <a:rPr b="0" i="0" lang="en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Percent of Exposed given disease = A / (A+C)</a:t>
            </a:r>
            <a:endParaRPr b="0" i="0" sz="1200" u="none" cap="none" strike="noStrike">
              <a:solidFill>
                <a:srgbClr val="546973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"/>
          <p:cNvSpPr txBox="1"/>
          <p:nvPr>
            <p:ph type="title"/>
          </p:nvPr>
        </p:nvSpPr>
        <p:spPr>
          <a:xfrm>
            <a:off x="720000" y="3528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Week 4 Lecture Review </a:t>
            </a:r>
            <a:endParaRPr/>
          </a:p>
        </p:txBody>
      </p:sp>
      <p:sp>
        <p:nvSpPr>
          <p:cNvPr id="226" name="Google Shape;226;p4"/>
          <p:cNvSpPr txBox="1"/>
          <p:nvPr>
            <p:ph idx="4294967295" type="subTitle"/>
          </p:nvPr>
        </p:nvSpPr>
        <p:spPr>
          <a:xfrm>
            <a:off x="813625" y="1149450"/>
            <a:ext cx="4895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</a:pPr>
            <a:r>
              <a:rPr b="1" i="0" lang="en" sz="17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Sensitivity, Specificity, PPV, NPV</a:t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Poppins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7" name="Google Shape;227;p4" title="Screenshot 2025-09-14 at 11.20.25 AM.png"/>
          <p:cNvPicPr preferRelativeResize="0"/>
          <p:nvPr/>
        </p:nvPicPr>
        <p:blipFill rotWithShape="1">
          <a:blip r:embed="rId3">
            <a:alphaModFix/>
          </a:blip>
          <a:srcRect b="27304" l="0" r="0" t="0"/>
          <a:stretch/>
        </p:blipFill>
        <p:spPr>
          <a:xfrm>
            <a:off x="644225" y="1936375"/>
            <a:ext cx="4791795" cy="2419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4" title="Screenshot 2025-09-14 at 11.20.25 AM.png"/>
          <p:cNvPicPr preferRelativeResize="0"/>
          <p:nvPr/>
        </p:nvPicPr>
        <p:blipFill rotWithShape="1">
          <a:blip r:embed="rId3">
            <a:alphaModFix/>
          </a:blip>
          <a:srcRect b="0" l="0" r="59946" t="71845"/>
          <a:stretch/>
        </p:blipFill>
        <p:spPr>
          <a:xfrm>
            <a:off x="5953498" y="2735049"/>
            <a:ext cx="1988800" cy="9709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5"/>
          <p:cNvSpPr txBox="1"/>
          <p:nvPr>
            <p:ph type="title"/>
          </p:nvPr>
        </p:nvSpPr>
        <p:spPr>
          <a:xfrm>
            <a:off x="720000" y="3528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Week 4 Lecture Review </a:t>
            </a:r>
            <a:endParaRPr/>
          </a:p>
        </p:txBody>
      </p:sp>
      <p:sp>
        <p:nvSpPr>
          <p:cNvPr id="234" name="Google Shape;234;p5"/>
          <p:cNvSpPr txBox="1"/>
          <p:nvPr>
            <p:ph idx="4294967295" type="subTitle"/>
          </p:nvPr>
        </p:nvSpPr>
        <p:spPr>
          <a:xfrm>
            <a:off x="831200" y="1649625"/>
            <a:ext cx="6110100" cy="28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</a:pPr>
            <a:r>
              <a:rPr b="0" i="0" lang="en" sz="14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A study is observational if the researcher </a:t>
            </a:r>
            <a:r>
              <a:rPr b="1" i="0" lang="en" sz="14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observes</a:t>
            </a:r>
            <a:r>
              <a:rPr b="0" i="0" lang="en" sz="14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what happens and does not control who is treated or exposed.</a:t>
            </a:r>
            <a:endParaRPr b="0" i="0" sz="1400" u="none" cap="none" strike="noStrike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Poppins"/>
              <a:buChar char="●"/>
            </a:pPr>
            <a:r>
              <a:rPr b="0" i="0" lang="en" sz="14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Does not control for confounding</a:t>
            </a:r>
            <a:endParaRPr b="0" i="0" sz="1400" u="none" cap="none" strike="noStrike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</a:pPr>
            <a:r>
              <a:t/>
            </a:r>
            <a:endParaRPr b="0" i="0" sz="1400" u="none" cap="none" strike="noStrike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</a:pPr>
            <a:r>
              <a:rPr b="0" i="0" lang="en" sz="14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A study is experimental if the investigator is </a:t>
            </a:r>
            <a:r>
              <a:rPr b="1" i="0" lang="en" sz="14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experimenting </a:t>
            </a:r>
            <a:r>
              <a:rPr b="0" i="0" lang="en" sz="14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(or intervening) by controlling who is treated or exposed.</a:t>
            </a:r>
            <a:endParaRPr b="0" i="0" sz="1400" u="none" cap="none" strike="noStrike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Poppins"/>
              <a:buChar char="●"/>
            </a:pPr>
            <a:r>
              <a:rPr b="0" i="0" lang="en" sz="14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In an experimental study, the exposure is assigned by a randomization mechanism that is controlled by the investigator</a:t>
            </a:r>
            <a:endParaRPr b="0" i="0" sz="9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Poppins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5" name="Google Shape;235;p5"/>
          <p:cNvSpPr txBox="1"/>
          <p:nvPr>
            <p:ph idx="4294967295" type="subTitle"/>
          </p:nvPr>
        </p:nvSpPr>
        <p:spPr>
          <a:xfrm>
            <a:off x="813625" y="1152075"/>
            <a:ext cx="4459500" cy="4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Poppins"/>
              <a:buNone/>
            </a:pPr>
            <a:r>
              <a:rPr b="1" i="0" lang="en" sz="17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Observation vs Experimentation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6"/>
          <p:cNvSpPr txBox="1"/>
          <p:nvPr>
            <p:ph type="title"/>
          </p:nvPr>
        </p:nvSpPr>
        <p:spPr>
          <a:xfrm>
            <a:off x="720000" y="3528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Week 4 Lecture Review </a:t>
            </a:r>
            <a:endParaRPr/>
          </a:p>
        </p:txBody>
      </p:sp>
      <p:sp>
        <p:nvSpPr>
          <p:cNvPr id="241" name="Google Shape;241;p6"/>
          <p:cNvSpPr txBox="1"/>
          <p:nvPr>
            <p:ph idx="4294967295" type="subTitle"/>
          </p:nvPr>
        </p:nvSpPr>
        <p:spPr>
          <a:xfrm>
            <a:off x="813625" y="1742300"/>
            <a:ext cx="5822100" cy="28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Internal Validity</a:t>
            </a:r>
            <a:endParaRPr b="1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-"/>
            </a:pPr>
            <a:r>
              <a:rPr b="0" i="0" lang="en" sz="1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The extent to which the observed results represent the truth in the population we are studying and, thus, are not due to methodological errors</a:t>
            </a:r>
            <a:endParaRPr b="1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External Validity</a:t>
            </a:r>
            <a:endParaRPr b="1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</a:pPr>
            <a:r>
              <a:rPr b="0" i="0" lang="en" sz="1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The extent to which you can generalize the findings of the study to other situations, people, settings, and measures</a:t>
            </a:r>
            <a:endParaRPr b="0" i="0" sz="1400" u="none" cap="none" strike="noStrike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</a:pPr>
            <a:r>
              <a:rPr b="0" i="0" lang="en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Representativeness/generalizability  </a:t>
            </a:r>
            <a:endParaRPr b="0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2" name="Google Shape;242;p6"/>
          <p:cNvSpPr txBox="1"/>
          <p:nvPr>
            <p:ph idx="4294967295" type="subTitle"/>
          </p:nvPr>
        </p:nvSpPr>
        <p:spPr>
          <a:xfrm>
            <a:off x="813625" y="1152075"/>
            <a:ext cx="4459500" cy="4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Poppins"/>
              <a:buNone/>
            </a:pPr>
            <a:r>
              <a:rPr b="1" i="0" lang="en" sz="17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Internal and External Validity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7"/>
          <p:cNvSpPr txBox="1"/>
          <p:nvPr>
            <p:ph type="title"/>
          </p:nvPr>
        </p:nvSpPr>
        <p:spPr>
          <a:xfrm>
            <a:off x="720000" y="3528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Week 4 Lecture Review </a:t>
            </a:r>
            <a:endParaRPr/>
          </a:p>
        </p:txBody>
      </p:sp>
      <p:sp>
        <p:nvSpPr>
          <p:cNvPr id="248" name="Google Shape;248;p7"/>
          <p:cNvSpPr txBox="1"/>
          <p:nvPr>
            <p:ph idx="4294967295" type="subTitle"/>
          </p:nvPr>
        </p:nvSpPr>
        <p:spPr>
          <a:xfrm>
            <a:off x="813625" y="1742300"/>
            <a:ext cx="6249300" cy="28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9988"/>
              </a:buClr>
              <a:buSzPts val="1100"/>
              <a:buFont typeface="Arial"/>
              <a:buNone/>
            </a:pPr>
            <a:r>
              <a:rPr b="1" i="0" lang="en" sz="14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Population of Interest  </a:t>
            </a:r>
            <a:endParaRPr b="1" i="0" sz="1400" u="none" cap="none" strike="noStrike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Poppins"/>
              <a:buChar char="●"/>
            </a:pPr>
            <a:r>
              <a:rPr b="0" i="0" lang="en" sz="1400" u="sng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Target Population</a:t>
            </a:r>
            <a:r>
              <a:rPr b="0" i="0" lang="en" sz="14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- entire group of individuals about which we want estimates to apply *problem in PPDAC* </a:t>
            </a:r>
            <a:endParaRPr b="0" i="0" sz="1400" u="none" cap="none" strike="noStrike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Poppins"/>
              <a:buChar char="●"/>
            </a:pPr>
            <a:r>
              <a:rPr b="0" i="0" lang="en" sz="1400" u="sng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Study Population</a:t>
            </a:r>
            <a:r>
              <a:rPr b="0" i="0" lang="en" sz="14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- part of the population which we can select individuals &amp; collect information to draw conclusions about the entire population</a:t>
            </a:r>
            <a:endParaRPr b="0" i="0" sz="1400" u="none" cap="none" strike="noStrike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Lato"/>
              <a:buChar char="●"/>
            </a:pPr>
            <a:r>
              <a:rPr b="0" i="0" lang="en" sz="1400" u="sng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Study Sample</a:t>
            </a:r>
            <a:r>
              <a:rPr b="0" i="0" lang="en" sz="14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- individuals who have been sampled from the study population; the group that you collect data from </a:t>
            </a:r>
            <a:endParaRPr b="0" i="0" sz="2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9" name="Google Shape;249;p7"/>
          <p:cNvSpPr txBox="1"/>
          <p:nvPr>
            <p:ph idx="4294967295" type="subTitle"/>
          </p:nvPr>
        </p:nvSpPr>
        <p:spPr>
          <a:xfrm>
            <a:off x="813625" y="1152075"/>
            <a:ext cx="4459500" cy="4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Poppins"/>
              <a:buNone/>
            </a:pPr>
            <a:r>
              <a:rPr b="1" i="0" lang="en" sz="17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Population and Sampling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"/>
          <p:cNvSpPr txBox="1"/>
          <p:nvPr>
            <p:ph type="title"/>
          </p:nvPr>
        </p:nvSpPr>
        <p:spPr>
          <a:xfrm>
            <a:off x="720000" y="3528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Week 4 Lecture Review </a:t>
            </a:r>
            <a:endParaRPr/>
          </a:p>
        </p:txBody>
      </p:sp>
      <p:sp>
        <p:nvSpPr>
          <p:cNvPr id="255" name="Google Shape;255;p8"/>
          <p:cNvSpPr txBox="1"/>
          <p:nvPr>
            <p:ph idx="4294967295" type="subTitle"/>
          </p:nvPr>
        </p:nvSpPr>
        <p:spPr>
          <a:xfrm>
            <a:off x="813625" y="1742300"/>
            <a:ext cx="6609600" cy="28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9988"/>
              </a:buClr>
              <a:buSzPts val="1100"/>
              <a:buFont typeface="Arial"/>
              <a:buNone/>
            </a:pPr>
            <a:r>
              <a:rPr b="1" i="0" lang="en" sz="13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Simple Random Sample (SRS): </a:t>
            </a:r>
            <a:r>
              <a:rPr b="0" i="0" lang="en" sz="13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A sample chosen by chance, where each individual in the dataset has an equal chance of being selected </a:t>
            </a:r>
            <a:endParaRPr b="0" i="0" sz="1300" u="none" cap="none" strike="noStrike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9988"/>
              </a:buClr>
              <a:buSzPts val="11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9988"/>
              </a:buClr>
              <a:buSzPts val="1100"/>
              <a:buFont typeface="Arial"/>
              <a:buNone/>
            </a:pPr>
            <a:r>
              <a:rPr b="1" i="0" lang="en" sz="13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Functions in R:</a:t>
            </a:r>
            <a:endParaRPr b="1" i="0" sz="1300" u="none" cap="none" strike="noStrike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Poppins"/>
              <a:buChar char="-"/>
            </a:pPr>
            <a:r>
              <a:rPr b="0" i="0" lang="en" sz="13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slice_sample(n = 100), selects n rows at random</a:t>
            </a:r>
            <a:endParaRPr b="0" i="0" sz="1300" u="none" cap="none" strike="noStrike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Poppins"/>
              <a:buChar char="-"/>
            </a:pPr>
            <a:r>
              <a:rPr b="0" i="0" lang="en" sz="13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slice_sample(prop = 0.05), selects a random proportion of rows </a:t>
            </a:r>
            <a:endParaRPr b="0" i="0" sz="1300" u="none" cap="none" strike="noStrike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Poppins"/>
              <a:buChar char="-"/>
            </a:pPr>
            <a:r>
              <a:rPr b="0" i="0" lang="en" sz="13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set.seed(#), makes results reproducible by taking the same sample</a:t>
            </a:r>
            <a:endParaRPr b="0" i="0" sz="1300" u="none" cap="none" strike="noStrike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</a:pPr>
            <a:r>
              <a:t/>
            </a:r>
            <a:endParaRPr b="0" i="0" sz="600" u="none" cap="none" strike="noStrike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</a:pPr>
            <a:r>
              <a:rPr b="1" i="0" lang="en" sz="13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Example:</a:t>
            </a:r>
            <a:r>
              <a:rPr b="0" i="0" lang="en" sz="13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CS_100 &lt;- CS_data %&gt;% slice_sample(n = 100)</a:t>
            </a:r>
            <a:endParaRPr b="0" i="0" sz="1300" u="none" cap="none" strike="noStrike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</a:pPr>
            <a:r>
              <a:t/>
            </a:r>
            <a:endParaRPr b="0" i="0" sz="1300" u="none" cap="none" strike="noStrike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6" name="Google Shape;256;p8"/>
          <p:cNvSpPr txBox="1"/>
          <p:nvPr>
            <p:ph idx="4294967295" type="subTitle"/>
          </p:nvPr>
        </p:nvSpPr>
        <p:spPr>
          <a:xfrm>
            <a:off x="813625" y="1152075"/>
            <a:ext cx="4459500" cy="4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Poppins"/>
              <a:buNone/>
            </a:pPr>
            <a:r>
              <a:rPr b="1" i="0" lang="en" sz="17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Simple Random Sampling 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9"/>
          <p:cNvSpPr txBox="1"/>
          <p:nvPr>
            <p:ph type="ctrTitle"/>
          </p:nvPr>
        </p:nvSpPr>
        <p:spPr>
          <a:xfrm>
            <a:off x="2080675" y="1687650"/>
            <a:ext cx="6350100" cy="1431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0" lang="en" sz="4600">
                <a:latin typeface="Poppins SemiBold"/>
                <a:ea typeface="Poppins SemiBold"/>
                <a:cs typeface="Poppins SemiBold"/>
                <a:sym typeface="Poppins SemiBold"/>
              </a:rPr>
              <a:t>LAB 04 Walkthrough</a:t>
            </a:r>
            <a:endParaRPr sz="4700"/>
          </a:p>
        </p:txBody>
      </p:sp>
      <p:grpSp>
        <p:nvGrpSpPr>
          <p:cNvPr id="262" name="Google Shape;262;p9"/>
          <p:cNvGrpSpPr/>
          <p:nvPr/>
        </p:nvGrpSpPr>
        <p:grpSpPr>
          <a:xfrm>
            <a:off x="2220050" y="1547100"/>
            <a:ext cx="7055100" cy="0"/>
            <a:chOff x="2220050" y="1547100"/>
            <a:chExt cx="7055100" cy="0"/>
          </a:xfrm>
        </p:grpSpPr>
        <p:cxnSp>
          <p:nvCxnSpPr>
            <p:cNvPr id="263" name="Google Shape;263;p9"/>
            <p:cNvCxnSpPr/>
            <p:nvPr/>
          </p:nvCxnSpPr>
          <p:spPr>
            <a:xfrm>
              <a:off x="2220050" y="1547100"/>
              <a:ext cx="464400" cy="0"/>
            </a:xfrm>
            <a:prstGeom prst="straightConnector1">
              <a:avLst/>
            </a:prstGeom>
            <a:noFill/>
            <a:ln cap="flat" cmpd="sng" w="1143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4" name="Google Shape;264;p9"/>
            <p:cNvCxnSpPr/>
            <p:nvPr/>
          </p:nvCxnSpPr>
          <p:spPr>
            <a:xfrm>
              <a:off x="2684450" y="1547100"/>
              <a:ext cx="65907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0"/>
          <p:cNvSpPr txBox="1"/>
          <p:nvPr>
            <p:ph type="title"/>
          </p:nvPr>
        </p:nvSpPr>
        <p:spPr>
          <a:xfrm>
            <a:off x="720000" y="445025"/>
            <a:ext cx="5212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Lab Submission</a:t>
            </a:r>
            <a:endParaRPr/>
          </a:p>
        </p:txBody>
      </p:sp>
      <p:sp>
        <p:nvSpPr>
          <p:cNvPr id="270" name="Google Shape;270;p10"/>
          <p:cNvSpPr txBox="1"/>
          <p:nvPr>
            <p:ph idx="1" type="subTitle"/>
          </p:nvPr>
        </p:nvSpPr>
        <p:spPr>
          <a:xfrm>
            <a:off x="412200" y="1401775"/>
            <a:ext cx="6020100" cy="29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500"/>
              <a:buChar char="●"/>
            </a:pPr>
            <a:r>
              <a:rPr lang="en" sz="1500">
                <a:solidFill>
                  <a:srgbClr val="191919"/>
                </a:solidFill>
              </a:rPr>
              <a:t>Follow the directions on the LAB04 file</a:t>
            </a:r>
            <a:endParaRPr sz="1500">
              <a:solidFill>
                <a:srgbClr val="191919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500"/>
              <a:buChar char="●"/>
            </a:pPr>
            <a:r>
              <a:rPr lang="en" sz="1500">
                <a:solidFill>
                  <a:srgbClr val="191919"/>
                </a:solidFill>
              </a:rPr>
              <a:t>Submit using the </a:t>
            </a:r>
            <a:r>
              <a:rPr b="1" lang="en" sz="1500">
                <a:solidFill>
                  <a:srgbClr val="191919"/>
                </a:solidFill>
              </a:rPr>
              <a:t>Terminal Tab</a:t>
            </a:r>
            <a:r>
              <a:rPr lang="en" sz="1500">
                <a:solidFill>
                  <a:srgbClr val="191919"/>
                </a:solidFill>
              </a:rPr>
              <a:t> (next to the console in the bottom left pane) </a:t>
            </a:r>
            <a:endParaRPr sz="1500">
              <a:solidFill>
                <a:srgbClr val="191919"/>
              </a:solidFill>
            </a:endParaRPr>
          </a:p>
          <a:p>
            <a:pPr indent="-3238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500"/>
              <a:buChar char="-"/>
            </a:pPr>
            <a:r>
              <a:rPr lang="en" sz="1500">
                <a:solidFill>
                  <a:srgbClr val="191919"/>
                </a:solidFill>
              </a:rPr>
              <a:t>Copy and paste the given line into the terminal </a:t>
            </a:r>
            <a:endParaRPr sz="1500">
              <a:solidFill>
                <a:srgbClr val="191919"/>
              </a:solidFill>
            </a:endParaRPr>
          </a:p>
          <a:p>
            <a:pPr indent="-3238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500"/>
              <a:buChar char="-"/>
            </a:pPr>
            <a:r>
              <a:rPr lang="en" sz="1500">
                <a:solidFill>
                  <a:srgbClr val="191919"/>
                </a:solidFill>
              </a:rPr>
              <a:t>Follow prompts (NOTE: the terminal will </a:t>
            </a:r>
            <a:r>
              <a:rPr b="1" lang="en" sz="1500">
                <a:solidFill>
                  <a:srgbClr val="191919"/>
                </a:solidFill>
              </a:rPr>
              <a:t>not</a:t>
            </a:r>
            <a:r>
              <a:rPr lang="en" sz="1500">
                <a:solidFill>
                  <a:srgbClr val="191919"/>
                </a:solidFill>
              </a:rPr>
              <a:t> show your password being typed out!) </a:t>
            </a:r>
            <a:endParaRPr sz="600">
              <a:solidFill>
                <a:srgbClr val="191919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 u="sng">
                <a:solidFill>
                  <a:srgbClr val="191919"/>
                </a:solidFill>
              </a:rPr>
              <a:t>C</a:t>
            </a:r>
            <a:r>
              <a:rPr b="1" lang="en" sz="1500" u="sng"/>
              <a:t>HECK IN GRADESCOPE THAT ALL YOUR TESTS PASSED</a:t>
            </a:r>
            <a:endParaRPr b="1" sz="1500" u="sng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lean and Neat Style Portfolio by Slidesgo">
  <a:themeElements>
    <a:clrScheme name="Simple Light">
      <a:dk1>
        <a:srgbClr val="191919"/>
      </a:dk1>
      <a:lt1>
        <a:srgbClr val="FFFFFF"/>
      </a:lt1>
      <a:dk2>
        <a:srgbClr val="45818E"/>
      </a:dk2>
      <a:lt2>
        <a:srgbClr val="D9D9D9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